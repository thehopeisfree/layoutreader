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200000"/>
            <a:ext cx="5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000000"/>
                </a:solidFill>
              </a:rPr>
              <a:t>Test Slide Title</a:t>
            </a:r>
          </a:p>
        </p:txBody>
      </p:sp>
      <p:sp>
        <p:nvSpPr>
          <p:cNvPr id="3" name="Rectangle 2"/>
          <p:cNvSpPr/>
          <p:nvPr/>
        </p:nvSpPr>
        <p:spPr>
          <a:xfrm rot="2700000">
            <a:off x="2000000" y="2000000"/>
            <a:ext cx="3000000" cy="1500000"/>
          </a:xfrm>
          <a:prstGeom prst="rect">
            <a:avLst/>
          </a:prstGeom>
          <a:solidFill>
            <a:srgbClr val="4488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000000" y="1000000"/>
            <a:ext cx="2500000" cy="1200000"/>
          </a:xfrm>
          <a:prstGeom prst="rect">
            <a:avLst/>
          </a:prstGeom>
          <a:solidFill>
            <a:srgbClr val="CC44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0000" y="4500000"/>
            <a:ext cx="4000000" cy="1800000"/>
          </a:xfrm>
          <a:prstGeom prst="roundRect">
            <a:avLst/>
          </a:prstGeom>
          <a:solidFill>
            <a:srgbClr val="44CC4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Green Box</a:t>
            </a:r>
          </a:p>
        </p:txBody>
      </p:sp>
      <p:sp>
        <p:nvSpPr>
          <p:cNvPr id="6" name="Oval 5"/>
          <p:cNvSpPr/>
          <p:nvPr/>
        </p:nvSpPr>
        <p:spPr>
          <a:xfrm>
            <a:off x="7500000" y="3500000"/>
            <a:ext cx="3000000" cy="2500000"/>
          </a:xfrm>
          <a:prstGeom prst="ellipse">
            <a:avLst/>
          </a:prstGeom>
          <a:solidFill>
            <a:srgbClr val="FFAA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5400000">
            <a:off x="6000000" y="5000000"/>
            <a:ext cx="1500000" cy="800000"/>
          </a:xfrm>
          <a:prstGeom prst="rect">
            <a:avLst/>
          </a:prstGeom>
          <a:solidFill>
            <a:srgbClr val="8844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